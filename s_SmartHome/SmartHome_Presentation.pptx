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070235"/>
                </a:solidFill>
                <a:latin typeface="Malgun Gothic"/>
              </a:defRPr>
            </a:pPr>
            <a:r>
              <a:t>AIoT 스마트 투약 디스펜서</a:t>
            </a:r>
          </a:p>
          <a:p>
            <a:r>
              <a:t>및 안심 케어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10B981"/>
                </a:solidFill>
                <a:latin typeface="Malgun Gothic"/>
              </a:defRPr>
            </a:pPr>
            <a:r>
              <a:t>독거노인의 안전한 복약 관리와 응급 상황 대처를 위한 스마트홈 솔루션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70235"/>
                </a:solidFill>
                <a:latin typeface="Malgun Gothic"/>
              </a:defRPr>
            </a:pPr>
            <a:r>
              <a:t>작품 제작 배경 (Background &amp; Need)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점점 늘어나는 독거노인, 그들의 가장 큰 위협은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'제때 약을 먹지 못하는 것'과 '홀로 맞는 응급상황'입니다.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고령화 및 독거노인 증가 현황: 돌봄 인력의 한계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복약 순응도 저하 문제: 건망증 등으로 인한 중복/누락 위험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골든타임 확보의 어려움: 응급 상황 시 자력 신고 한계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결론: 능동적 복약 유도 및 위급 상황 알림 시스템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70235"/>
                </a:solidFill>
                <a:latin typeface="Malgun Gothic"/>
              </a:defRPr>
            </a:pPr>
            <a:r>
              <a:t>핵심 기능 및 서비스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하드웨어 제어와 웹 대시보드의 실시간 연동으로 빈틈없는 케어 제공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Smart Dispenser: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정밀 모터를 통한 정량 투약, 상태 표시 램프, 부저 알림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Web Dashboard: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보호자 및 관리자를 위한 실시간 모니터링 및 원격 제어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Motion AI Cam: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제스처 인식 기반의 일상 제어 및 위급 상황 감지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70235"/>
                </a:solidFill>
                <a:latin typeface="Malgun Gothic"/>
              </a:defRPr>
            </a:pPr>
            <a:r>
              <a:t>시나리오 1: 정상 복약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[상황] 지정된 약 복용 시간 도래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1. 알림 발생: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LCD 화면 '약 복용 시간입니다' + 부저음 + 초록 램프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2. 사용자 인지 및 행동: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디스펜서 하단에 손을 가져다 댐 (근접 센서 작동)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3. 투약 및 기록: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약 1회분 배출 → 웹 대시보드에 즉시 '복용 완료' 업데이트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70235"/>
                </a:solidFill>
                <a:latin typeface="Malgun Gothic"/>
              </a:defRPr>
            </a:pPr>
            <a:r>
              <a:t>시나리오 2: 복약 지연 및 경고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[상황] 지정된 시간이 지나도 약을 복용하지 않은 경우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1. 경고 발생: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경고 메세지 + 부저음 패턴 변경 + 빨간 램프 점멸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2. 웹 알림 전송: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웹 대시보드로 긴급 알림 전송 ('약을 복용하지 않았습니다!')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3. 보호자 개입: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보호자가 알림을 확인하고 안부 확인 유도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70235"/>
                </a:solidFill>
                <a:latin typeface="Malgun Gothic"/>
              </a:defRPr>
            </a:pPr>
            <a:r>
              <a:t>시나리오 3: 일상 제어 및 모션 인식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[상황] 평상시 조명 제어가 필요한 경우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1. 제스처 인식: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카메라를 향해 주먹을 쥐거나 엄지를 치켜드는 모션 취함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2. 동작 수행: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모션을 인식하여 램프 전원 ON / OFF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효과: 거동이 불편한 노인도 직관적인 제스처로 조명 제어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70235"/>
                </a:solidFill>
                <a:latin typeface="Malgun Gothic"/>
              </a:defRPr>
            </a:pPr>
            <a:r>
              <a:t>시나리오 4: 위급 상황 대응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[상황] 갑작스러운 쓰러짐 등 위급 상황 발생 시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1. 위급 상황 감지: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카메라 모션 인식(쓰러짐/구조요청) 또는 SOS 버튼 작동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2. 즉각 알림: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웹 대시보드에 최우선 순위 긴급 알람 팝업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3. 외부 연계: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즉시 응급센터(119) 및 보호자에게 상황 알림 전송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70235"/>
                </a:solidFill>
                <a:latin typeface="Malgun Gothic"/>
              </a:defRPr>
            </a:pPr>
            <a:r>
              <a:t>웹 대시보드 확장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1. 복약 스케줄러 관리: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웹에서 직접 시간 설정 및 '약 스스로 넣기' 제어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2. 원격 환경 제어: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램프 밝기 미세 조절, 배터리 및 약 잔여량 확인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3. AI 케어 챗봇 연동: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질의응답 및 감정 케어를 돕는 대화형 인터페이스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UI 디자인: 복잡한 정보 대신 카드 형태의 직관적인 미니멀리스트 디자인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70235"/>
                </a:solidFill>
                <a:latin typeface="Malgun Gothic"/>
              </a:defRPr>
            </a:pPr>
            <a:r>
              <a:t>추후 활용 방안 및 스마트홈 확장성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단일 기기를 넘어, 노년층을 위한 종합 스마트홈 허브로 진화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1. 환경 센서 연동 (Smart Home Hub):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온/습도 센서 등과 연동하여 실내 환경 최적화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2. 빅데이터 &amp; AI 건강 예측: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활동량/복약 데이터를 분석하여 건강 이상 징후 감지 및 리포트</a:t>
            </a:r>
          </a:p>
          <a:p>
            <a:pPr>
              <a:defRPr sz="1800">
                <a:solidFill>
                  <a:srgbClr val="47464F"/>
                </a:solidFill>
                <a:latin typeface="Malgun Gothic"/>
              </a:defRPr>
            </a:pPr>
            <a:r>
              <a:t>3. B2B / B2G 모델 확장:</a:t>
            </a:r>
          </a:p>
          <a:p>
            <a:pPr lvl="1">
              <a:defRPr sz="1600">
                <a:solidFill>
                  <a:srgbClr val="47464F"/>
                </a:solidFill>
                <a:latin typeface="Malgun Gothic"/>
              </a:defRPr>
            </a:pPr>
            <a:r>
              <a:t>지자체 노인 복지 사업 및 요양 병원 연계 통합 관제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